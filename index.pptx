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FEFB-B9A3-EC80-4861-ED92F45CF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0D2B5-17E4-E4FD-72C9-77BDE6530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19D2-AEB4-522F-2719-6B9A5B6D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87E86-3935-0430-2434-DE563595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CC569-470D-878D-DF44-CA4A7CB8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8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97EA-E4AA-3DF1-A95B-9BF373FE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9E4B-139B-6D45-7C4A-4DD4AA51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136DC-84D9-E5A4-B107-16B09F1A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F8911-7E02-98AB-519B-80F4C18F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9CB6-007B-C46B-A86E-A5F77350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9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9B2D-1A54-AAF2-BD98-E72B90AF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00431-DFBA-9213-B1B1-3FF5A30E8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3201-8981-552C-0920-3A5268C2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C347F-8BF4-C56C-6296-B7969F31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A78D6-0DD1-622E-A283-3728C80B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E2F5-9034-2141-94C2-0B3FB46A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55641-82D5-5CA5-FBEF-942A6F49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B302C-D35C-1FDD-D585-615EF3249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4AEB-3A52-7B91-D0B6-30F93127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E7609-3A37-F81D-6FEF-26B6601F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6F00A-17E5-2908-AE55-8347DAA4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24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A254-E920-A52F-B57F-706B08B0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949C8-88B7-9212-6027-7FAD83B01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2E6F9-D30D-7E5D-71A2-CA55AD7D8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2979-2E27-A593-9766-028782BAF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88DD0-566D-030E-20AB-869FEE9E3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59D0A-E4B9-8A92-5AE4-FFFB2398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E65A9-2415-6BD3-DC9A-74111BC2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C517F-A7A7-9293-6530-30F04210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7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F1E7-5FFA-669A-03A5-83FF2438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1A83C-B0E2-CA88-668F-B7D41530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31979-A465-7148-18D8-B446FA13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41B51-70B2-F1DB-1386-F3AF109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0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08F38-8283-A938-0127-AAE1EA36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2AA97-1D56-C7FF-C9F4-41BD0D99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91F49-0E38-1FD4-E559-EB9D7CCEF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6AFF-FC85-07EB-6BE7-7CC13F8B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51C7-95FD-FAAC-68AA-CB7F507F4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6360A-A0A1-FA8A-ED2F-9AA719BCB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F96B5-31C0-DE11-97D5-D9BC1AE5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D06B1-1743-08DB-910B-185D0EE3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AFE10-DFC4-F533-744C-9E1F8CB9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82DA-98C3-EABD-6D3C-F3EC4DA5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DEC5B-3D64-FFC7-8DF5-695B96184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EC647-0987-DF02-3498-53042E74D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AD5B3-A760-D0AE-13E6-4E209F4A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8A14E-3414-37A8-89D9-C701D287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62DEE-DAA6-ECCD-47A7-56A76F5D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2EFA-8EB8-FCD7-6335-D5505BC3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4D23D-93C0-4F97-6AEA-434C7C12D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70C0-2BC3-C1A6-0F47-F0649098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CB817-5C3A-10C1-325E-8C329872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E638B-EC48-2561-1292-777A2605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DB3F3-C329-9D18-2705-2345CC7D3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8A79F-4E0C-A176-C881-53814ABE4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C7D3F-DBE0-2F16-DC59-FE94B71F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55926-9C2B-3B0C-3231-1110A748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6A750-4BD9-A569-2AA1-A1AA733D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79EA2-A18E-CC0F-A4FF-C810F18C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D3942-1E22-A21D-FAE0-070A3D3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B6AD2-64C9-CB59-5786-E885BE26C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41EB5-0E1A-443F-8395-D96A7BDF64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0D7E-5B61-0897-2CFB-F83A4A391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8A932-02F5-19C9-9C79-42549A45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0FB6A-859B-4B30-A744-070317112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1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0D0B9B-A3DB-54E7-5EEE-091362BEEC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3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6B29B-475F-07E5-A210-A55CA5AA7C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8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8FA8B0-914A-A36E-3CE0-1E332A217D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2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5F5ABA-C7E4-2AB6-5BE2-89ECFDD15D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1D71A-9D6D-3827-A5FD-E1BEBC10A4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7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5F4AB-4B88-AD29-077C-A157E10A00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9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57B05-03B1-7528-3760-1053065F5B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3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Fawzy</dc:creator>
  <cp:lastModifiedBy>Mohamed Fawzy</cp:lastModifiedBy>
  <cp:revision>1</cp:revision>
  <dcterms:created xsi:type="dcterms:W3CDTF">2026-07-07T03:45:39Z</dcterms:created>
  <dcterms:modified xsi:type="dcterms:W3CDTF">2026-07-07T03:45:39Z</dcterms:modified>
</cp:coreProperties>
</file>